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TastyCart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Food Ordering Web Application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Responsive Food Ordering Web App</a:t>
            </a:r>
          </a:p>
          <a:p>
            <a:r>
              <a:t>• API-driven dynamic rendering</a:t>
            </a:r>
          </a:p>
          <a:p>
            <a:r>
              <a:t>• Cart &amp; Order lifecycle simulation</a:t>
            </a:r>
          </a:p>
          <a:p>
            <a:r>
              <a:t>• LocalStorage persistence</a:t>
            </a:r>
          </a:p>
          <a:p>
            <a:r>
              <a:t>• Built using HTML, CSS, Bootstrap &amp; JavaScript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HTML5, CSS3, Bootstrap 5</a:t>
            </a:r>
          </a:p>
          <a:p>
            <a:r>
              <a:t>Logic: Vanilla JavaScript (ES6)</a:t>
            </a:r>
          </a:p>
          <a:p>
            <a:r>
              <a:t>API: JSON Server (http://localhost:3000/foods)</a:t>
            </a:r>
          </a:p>
          <a:p>
            <a:r>
              <a:t>Storage: Browser LocalStorage</a:t>
            </a:r>
          </a:p>
          <a:p/>
          <a:p>
            <a:r>
              <a:t>Architecture: Client-Side Rendered + REST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Fetching (Important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 API_URL = 'http://localhost:3000/foods';</a:t>
            </a:r>
          </a:p>
          <a:p/>
          <a:p>
            <a:r>
              <a:t>async function fetchFoods() {</a:t>
            </a:r>
          </a:p>
          <a:p>
            <a:r>
              <a:t>  const res = await fetch(API_URL);</a:t>
            </a:r>
          </a:p>
          <a:p>
            <a:r>
              <a:t>  const foods = await res.json();</a:t>
            </a:r>
          </a:p>
          <a:p>
            <a:r>
              <a:t>  renderFoods(foods);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Cart Management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addToCart(name, price) {</a:t>
            </a:r>
          </a:p>
          <a:p>
            <a:r>
              <a:t>  const item = cart.find(i =&gt; i.name === name);</a:t>
            </a:r>
          </a:p>
          <a:p>
            <a:r>
              <a:t>  if (item) item.qty++;</a:t>
            </a:r>
          </a:p>
          <a:p>
            <a:r>
              <a:t>  else cart.push({ name, price, qty: 1 });</a:t>
            </a:r>
          </a:p>
          <a:p>
            <a:r>
              <a:t>  saveCart();</a:t>
            </a:r>
          </a:p>
          <a:p>
            <a:r>
              <a:t>  updateCart();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Processing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validateOrder() {</a:t>
            </a:r>
          </a:p>
          <a:p>
            <a:r>
              <a:t>  if (cart.length === 0) return false;</a:t>
            </a:r>
          </a:p>
          <a:p/>
          <a:p>
            <a:r>
              <a:t>  const order = {</a:t>
            </a:r>
          </a:p>
          <a:p>
            <a:r>
              <a:t>    items: [...cart],</a:t>
            </a:r>
          </a:p>
          <a:p>
            <a:r>
              <a:t>    total,</a:t>
            </a:r>
          </a:p>
          <a:p>
            <a:r>
              <a:t>    date: new Date().toLocaleString()</a:t>
            </a:r>
          </a:p>
          <a:p>
            <a:r>
              <a:t>  };</a:t>
            </a:r>
          </a:p>
          <a:p/>
          <a:p>
            <a:r>
              <a:t>  localStorage.setItem('orderHistory',</a:t>
            </a:r>
          </a:p>
          <a:p>
            <a:r>
              <a:t>    JSON.stringify([...history, order]));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Food:</a:t>
            </a:r>
          </a:p>
          <a:p>
            <a:r>
              <a:t>{id, name, restaurant, price, type, rating,</a:t>
            </a:r>
          </a:p>
          <a:p>
            <a:r>
              <a:t> time, category, location, image, offer}</a:t>
            </a:r>
          </a:p>
          <a:p/>
          <a:p>
            <a:r>
              <a:t>Cart:</a:t>
            </a:r>
          </a:p>
          <a:p>
            <a:r>
              <a:t>{name, price, qty}</a:t>
            </a:r>
          </a:p>
          <a:p/>
          <a:p>
            <a:r>
              <a:t>Order:</a:t>
            </a:r>
          </a:p>
          <a:p>
            <a:r>
              <a:t>{items[], total, date}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Features:</a:t>
            </a:r>
          </a:p>
          <a:p>
            <a:r>
              <a:t>• Real-time filtering &amp; search</a:t>
            </a:r>
          </a:p>
          <a:p>
            <a:r>
              <a:t>• Favourites system</a:t>
            </a:r>
          </a:p>
          <a:p>
            <a:r>
              <a:t>• Order history tracking</a:t>
            </a:r>
          </a:p>
          <a:p>
            <a:r>
              <a:t>• Responsive UI</a:t>
            </a:r>
          </a:p>
          <a:p/>
          <a:p>
            <a:r>
              <a:t>Future Scope:</a:t>
            </a:r>
          </a:p>
          <a:p>
            <a:r>
              <a:t>• Node.js + Database integration</a:t>
            </a:r>
          </a:p>
          <a:p>
            <a:r>
              <a:t>• Authentication system</a:t>
            </a:r>
          </a:p>
          <a:p>
            <a:r>
              <a:t>• Payment Gateway</a:t>
            </a:r>
          </a:p>
          <a:p>
            <a:r>
              <a:t>• Cloud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